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5" d="100"/>
          <a:sy n="115" d="100"/>
        </p:scale>
        <p:origin x="22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07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402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88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6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0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99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94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91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30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416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63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EC6A6-5BD6-4A78-AE4D-AE3D04FA889D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29047-06F3-4323-9199-7F298F3D6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65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7931AD4-1888-47B3-9E46-3267A0D9C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34122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35AEA82-2409-43E1-B9F5-9D426974B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253"/>
            <a:ext cx="6858000" cy="347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98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0</Words>
  <Application>Microsoft Office PowerPoint</Application>
  <PresentationFormat>화면 슬라이드 쇼(4:3)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KS</dc:creator>
  <cp:lastModifiedBy>KS</cp:lastModifiedBy>
  <cp:revision>2</cp:revision>
  <dcterms:created xsi:type="dcterms:W3CDTF">2025-11-06T10:00:21Z</dcterms:created>
  <dcterms:modified xsi:type="dcterms:W3CDTF">2025-11-06T10:43:33Z</dcterms:modified>
</cp:coreProperties>
</file>